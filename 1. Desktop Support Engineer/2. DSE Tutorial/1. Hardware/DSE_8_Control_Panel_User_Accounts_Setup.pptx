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Create a Restricted User in Windows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F2"/>
                </a:solidFill>
              </a:rPr>
              <a:t>Step-by-step: new account, folder limits, blocked websites and apps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137160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F2"/>
                </a:solidFill>
              </a:rPr>
              <a:t>Works on Windows 10 / 11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Roadmap: How to Go From One Step to the Next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EAF1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41732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057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Create user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4688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Control Panel › User Accounts › Manage another account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566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Slides 1-3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801368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8C28"/>
                </a:solidFill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057400" y="128016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EAF1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32888" y="141732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3288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2057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Standard type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24688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Control Panel › Manage another account › Change the account type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3566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Slide 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538728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8C28"/>
                </a:solidFill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794760" y="128016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EAF1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0248" y="141732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024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2057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Files &amp; folders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886200" y="24688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Right-click folder › Properties › Security › Edit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3566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Slides 5-9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276088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8C28"/>
                </a:solidFill>
              </a:rPr>
              <a:t>›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5532120" y="128016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EAF1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07608" y="141732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0760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623560" y="2057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Websites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623560" y="24688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Family Safety, hosts file or DNS filter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623560" y="3566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Slide 10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013448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8C28"/>
                </a:solidFill>
              </a:rPr>
              <a:t>›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7269480" y="128016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EAF1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44968" y="141732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4496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7360920" y="2057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Apps &amp; settings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360920" y="24688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Win + R › mmc › Group Policy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360920" y="3566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Slide 11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A5F"/>
                </a:solidFill>
              </a:rPr>
              <a:t>Finish each stage, then move to the next. Stages C, D and E can be done in any order.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512064" cy="51206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Open User Accounts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Press Start and type "Control Panel", then open 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Click "User Accounts".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Click "Manage another account".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Choose "Add a new user in PC settings".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 Panel › User Accounts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□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5544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Change account name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20116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011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Change your account type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468880"/>
            <a:ext cx="3566160" cy="384048"/>
          </a:xfrm>
          <a:prstGeom prst="rect">
            <a:avLst/>
          </a:prstGeom>
          <a:solidFill>
            <a:srgbClr val="FFF1D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468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00"/>
                </a:solidFill>
              </a:rPr>
              <a:t>Manage another account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29260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Change User Account Control settings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Illustration: click "Manage another account"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512064" cy="51206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Add Someone Else to This PC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In Settings › Accounts › Family &amp; other users, click "Add someone else to this PC".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On the sign-in screen click "I don't have this person's sign-in information".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Then click "Add a user without a Microsoft account".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Settings › Accounts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□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5544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Your info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20116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011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Email &amp; accounts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468880"/>
            <a:ext cx="3566160" cy="384048"/>
          </a:xfrm>
          <a:prstGeom prst="rect">
            <a:avLst/>
          </a:prstGeom>
          <a:solidFill>
            <a:srgbClr val="FFF1D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468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00"/>
                </a:solidFill>
              </a:rPr>
              <a:t>Family &amp; other users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29260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Sign-in options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Illustration: Family &amp; other users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512064" cy="51206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 Username and Password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Type a username (example: Guest1).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Set a password and re-enter 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Answer the three security questions.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Click Next. The account is created.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a user for this PC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□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554480"/>
            <a:ext cx="3566160" cy="384048"/>
          </a:xfrm>
          <a:prstGeom prst="rect">
            <a:avLst/>
          </a:prstGeom>
          <a:solidFill>
            <a:srgbClr val="FFF1D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00"/>
                </a:solidFill>
              </a:rPr>
              <a:t>User name:  Guest1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20116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011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Password:  ••••••••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4688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468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Re-enter password:  ••••••••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29260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Security question 1 / 2 /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Illustration: local account form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512064" cy="51206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Make It a Standard Account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Go back to Control Panel › User Accounts › Manage another account.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Click the new user.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Click "Change the account type".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Select "Standard" (not Administrator) and confirm.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Change the account type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□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554480"/>
            <a:ext cx="3566160" cy="384048"/>
          </a:xfrm>
          <a:prstGeom prst="rect">
            <a:avLst/>
          </a:prstGeom>
          <a:solidFill>
            <a:srgbClr val="FFF1D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00"/>
                </a:solidFill>
              </a:rPr>
              <a:t>(•) Standard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20116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011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( ) Administrator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4688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468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Standard users cannot install software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29260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or change system settings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Illustration: choose Standard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512064" cy="51206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Folder/File: Open Properties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Open File Explorer and find the folder or file you want to restrict.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Right-click it (the same steps work for a file).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Click "Properties" at the bottom of the menu.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Click the "Security" tab at the top of the window.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File Explorer  (right-click menu)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□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5544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Open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20116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011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Share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4688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468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Give access 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2926080"/>
            <a:ext cx="3566160" cy="384048"/>
          </a:xfrm>
          <a:prstGeom prst="rect">
            <a:avLst/>
          </a:prstGeom>
          <a:solidFill>
            <a:srgbClr val="FFF1D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00"/>
                </a:solidFill>
              </a:rPr>
              <a:t>Properties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Illustration: right-click › Properties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512064" cy="51206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Folder/File: Security Tab › Edit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In the Security tab you see the list of users and groups who have access.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Click the "Edit..." button under that list.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A new "Permissions" window opens.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Click "Add..." to put your new user in the list.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Private Folder Properties › Security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□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5544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General | Sharing | Security | Previous Versions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20116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011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Group or user names:  Administrators, 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468880"/>
            <a:ext cx="3566160" cy="384048"/>
          </a:xfrm>
          <a:prstGeom prst="rect">
            <a:avLst/>
          </a:prstGeom>
          <a:solidFill>
            <a:srgbClr val="FFF1D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468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00"/>
                </a:solidFill>
              </a:rPr>
              <a:t>[ Edit... ]   &lt;- click here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29260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Permissions for Users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Illustration: Security tab with Edit button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512064" cy="51206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Folder/File: Add the User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In "Enter the object names", type the username (example: Guest1).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Click "Check Names" so Windows confirms 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Click OK. Guest1 now appears in the list.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Select Guest1 to set what that user can 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 Users or Groups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□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554480"/>
            <a:ext cx="3566160" cy="384048"/>
          </a:xfrm>
          <a:prstGeom prst="rect">
            <a:avLst/>
          </a:prstGeom>
          <a:solidFill>
            <a:srgbClr val="FFF1D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00"/>
                </a:solidFill>
              </a:rPr>
              <a:t>Enter the object names:  Guest1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20116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011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[ Check Names 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4688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468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[ OK ]   [ Cancel 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29260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Guest1 added to the list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Illustration: type the username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512064" cy="51206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Folder/File: Allow or Deny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With Guest1 selected, tick "Deny" next to Full control to block everything.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For view-only access, tick only Allow › Read.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Click Apply, then OK. Test by signing in as Guest1.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Deny overrides Allow. Never deny yourself or Administrators.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Permissions for Private Folder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□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5544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Guest1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2011680"/>
            <a:ext cx="3566160" cy="384048"/>
          </a:xfrm>
          <a:prstGeom prst="rect">
            <a:avLst/>
          </a:prstGeom>
          <a:solidFill>
            <a:srgbClr val="FFF1D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011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00"/>
                </a:solidFill>
              </a:rPr>
              <a:t>   Full control      [ Deny 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4688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468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   Read                 [ Allow 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29260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   Write                [ Deny ]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Illustration: Deny blocks, Allow Read = view only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512064" cy="51206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Allow Only Specific Folders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Properties › Security › Advanced.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Click "Disable inheritance" › "Convert to explicit permissions".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Remove the "Users" group from the list.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Add back only the users who should have access.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Advanced Security Settings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□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5544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Owner:  Administrators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2011680"/>
            <a:ext cx="3566160" cy="384048"/>
          </a:xfrm>
          <a:prstGeom prst="rect">
            <a:avLst/>
          </a:prstGeom>
          <a:solidFill>
            <a:srgbClr val="FFF1D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011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00"/>
                </a:solidFill>
              </a:rPr>
              <a:t>[ Disable inheritance 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4688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468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Users   Read &amp; execute   &lt;- remove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29260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Guest1   Read   &lt;- add only if allowed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Illustration: stricter, allow-list setup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512064" cy="51206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Block Websites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Microsoft Family Safety: add the user and set web filtering (Edge only).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Hosts file (affects all users): add "127.0.0.1 www.example.com" in C:\Windows\System32\drivers\etc\hosts.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Router / DNS filter such as OpenDNS FamilyShield blocks sites on the whole network.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hosts - Notepad (run as Admin)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□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5544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# Blocked sites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2011680"/>
            <a:ext cx="3566160" cy="384048"/>
          </a:xfrm>
          <a:prstGeom prst="rect">
            <a:avLst/>
          </a:prstGeom>
          <a:solidFill>
            <a:srgbClr val="FFF1D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011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00"/>
                </a:solidFill>
              </a:rPr>
              <a:t>127.0.0.1  www.example.com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4688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468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127.0.0.1  www.socialsite.com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29260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127.0.0.1  www.games.com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Illustration: editing the hosts file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512064" cy="51206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Restrict Apps and Settings (Pro)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Press Win + R, type mmc, press Enter.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File › Add/Remove Snap-in › Group Policy Object Editor › Browse › Users › Non-Administrators.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</a:rPr>
              <a:t>Under User Configuration › Administrative Templates, enable the policies you need.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B8C4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 Policy Object Editor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□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11430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5544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Prohibit access to Control Panel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20116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011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Prevent access to Command Prompt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468880"/>
            <a:ext cx="3566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EAF1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468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A5F"/>
                </a:solidFill>
              </a:rPr>
              <a:t>Remove Task Manager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2926080"/>
            <a:ext cx="3566160" cy="384048"/>
          </a:xfrm>
          <a:prstGeom prst="rect">
            <a:avLst/>
          </a:prstGeom>
          <a:solidFill>
            <a:srgbClr val="FFF1D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00"/>
                </a:solidFill>
              </a:rPr>
              <a:t>Don't run specified Windows apps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</a:rPr>
              <a:t>Illustration: pick the policies to enable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Quick Tips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Protect admin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Keep your Administrator password secret so rules can't be undone.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80160"/>
            <a:ext cx="73152" cy="1188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Test 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Sign in as the new user and check every restriction.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73152" cy="1188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Windows Home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383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No gpedit. Use Family Safety, NTFS permissions or the registry.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926080"/>
            <a:ext cx="73152" cy="1188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2971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USB drives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383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Block external drives if files should not be copied out.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2026-10-20T15:22:36Z</dcterms:created>
  <dcterms:modified xsi:type="dcterms:W3CDTF">2026-10-20T15:22:36Z</dcterms:modified>
</cp:coreProperties>
</file>