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4ebd09d-bb75-a536-954c-74dbb00084de}">
          <p14:sldIdLst>
            <p14:sldId id="256"/>
            <p14:sldId id="257"/>
          </p14:sldIdLst>
        </p14:section>
        <p14:section name="Concepts" id="{c138654d-183b-cc56-c85d-1f712c2330bb}">
          <p14:sldIdLst>
            <p14:sldId id="258"/>
            <p14:sldId id="259"/>
            <p14:sldId id="260"/>
            <p14:sldId id="261"/>
          </p14:sldIdLst>
        </p14:section>
        <p14:section name="BIOS" id="{986b910a-000a-2600-a198-433e8f4fb62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533e2e9-47ea-809b-6f02-8ac3503bfd0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ROM, CMOS and BIOS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What they are, how they differ, and how BIOS starts your PC</a:t>
            </a:r>
            <a:endParaRPr lang="en-US" sz="1600" dirty="0"/>
          </a:p>
        </p:txBody>
      </p:sp>
      <p:sp>
        <p:nvSpPr>
          <p:cNvPr id="4" name="shape"/>
          <p:cNvSpPr/>
          <p:nvPr/>
        </p:nvSpPr>
        <p:spPr>
          <a:xfrm>
            <a:off x="457200" y="3291840"/>
            <a:ext cx="1097280" cy="5486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board"/>
          <p:cNvSpPr/>
          <p:nvPr/>
        </p:nvSpPr>
        <p:spPr>
          <a:xfrm>
            <a:off x="6035040" y="1188720"/>
            <a:ext cx="2194560" cy="2377440"/>
          </a:xfrm>
          <a:prstGeom prst="rect">
            <a:avLst>
              <a:gd name="adj" fmla="val 4167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chip"/>
          <p:cNvSpPr/>
          <p:nvPr/>
        </p:nvSpPr>
        <p:spPr>
          <a:xfrm>
            <a:off x="6400800" y="1554480"/>
            <a:ext cx="914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BIOS</a:t>
            </a:r>
            <a:endParaRPr lang="en-US" sz="1200" dirty="0"/>
          </a:p>
        </p:txBody>
      </p:sp>
      <p:sp>
        <p:nvSpPr>
          <p:cNvPr id="8" name="battery"/>
          <p:cNvSpPr/>
          <p:nvPr/>
        </p:nvSpPr>
        <p:spPr>
          <a:xfrm>
            <a:off x="6583680" y="2377440"/>
            <a:ext cx="731520" cy="73152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CMOS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Big Picture: Where They Live</a:t>
            </a:r>
            <a:endParaRPr lang="en-US" sz="2600" dirty="0"/>
          </a:p>
        </p:txBody>
      </p:sp>
      <p:sp>
        <p:nvSpPr>
          <p:cNvPr id="3" name="motherboard"/>
          <p:cNvSpPr/>
          <p:nvPr/>
        </p:nvSpPr>
        <p:spPr>
          <a:xfrm>
            <a:off x="457200" y="1188720"/>
            <a:ext cx="4206240" cy="3291840"/>
          </a:xfrm>
          <a:prstGeom prst="rect">
            <a:avLst>
              <a:gd name="adj" fmla="val 2222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cpu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CPU</a:t>
            </a:r>
            <a:endParaRPr lang="en-US" sz="1200" dirty="0"/>
          </a:p>
        </p:txBody>
      </p:sp>
      <p:sp>
        <p:nvSpPr>
          <p:cNvPr id="6" name="ram"/>
          <p:cNvSpPr/>
          <p:nvPr/>
        </p:nvSpPr>
        <p:spPr>
          <a:xfrm>
            <a:off x="2286000" y="1371600"/>
            <a:ext cx="164592" cy="12801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ram"/>
          <p:cNvSpPr/>
          <p:nvPr/>
        </p:nvSpPr>
        <p:spPr>
          <a:xfrm>
            <a:off x="2560320" y="1371600"/>
            <a:ext cx="164592" cy="12801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ram"/>
          <p:cNvSpPr/>
          <p:nvPr/>
        </p:nvSpPr>
        <p:spPr>
          <a:xfrm>
            <a:off x="2834640" y="1371600"/>
            <a:ext cx="164592" cy="12801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ram"/>
          <p:cNvSpPr/>
          <p:nvPr/>
        </p:nvSpPr>
        <p:spPr>
          <a:xfrm>
            <a:off x="3108960" y="1371600"/>
            <a:ext cx="164592" cy="12801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RAM</a:t>
            </a:r>
            <a:endParaRPr lang="en-US" sz="1000" dirty="0"/>
          </a:p>
        </p:txBody>
      </p:sp>
      <p:sp>
        <p:nvSpPr>
          <p:cNvPr id="11" name="biosChip"/>
          <p:cNvSpPr/>
          <p:nvPr/>
        </p:nvSpPr>
        <p:spPr>
          <a:xfrm>
            <a:off x="731520" y="3200400"/>
            <a:ext cx="1188720" cy="50292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BIOS chip</a:t>
            </a:r>
            <a:endParaRPr lang="en-US" sz="1100" dirty="0"/>
          </a:p>
        </p:txBody>
      </p:sp>
      <p:sp>
        <p:nvSpPr>
          <p:cNvPr id="13" name="cmosBattery"/>
          <p:cNvSpPr/>
          <p:nvPr/>
        </p:nvSpPr>
        <p:spPr>
          <a:xfrm>
            <a:off x="2651760" y="3108960"/>
            <a:ext cx="868680" cy="86868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3108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CMOS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battery</a:t>
            </a:r>
            <a:endParaRPr lang="en-US" sz="1000" dirty="0"/>
          </a:p>
        </p:txBody>
      </p:sp>
      <p:sp>
        <p:nvSpPr>
          <p:cNvPr id="15" name="ports"/>
          <p:cNvSpPr/>
          <p:nvPr/>
        </p:nvSpPr>
        <p:spPr>
          <a:xfrm>
            <a:off x="3749040" y="1371600"/>
            <a:ext cx="640080" cy="265176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371600"/>
            <a:ext cx="640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I/O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4937760" y="1188720"/>
            <a:ext cx="3749040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bar"/>
          <p:cNvSpPr/>
          <p:nvPr/>
        </p:nvSpPr>
        <p:spPr>
          <a:xfrm>
            <a:off x="4937760" y="1188720"/>
            <a:ext cx="109728" cy="100584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554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 of permanent memory. The BIOS program is stored in a ROM/flash chip.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4937760" y="2331720"/>
            <a:ext cx="3749040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bar"/>
          <p:cNvSpPr/>
          <p:nvPr/>
        </p:nvSpPr>
        <p:spPr>
          <a:xfrm>
            <a:off x="4937760" y="2331720"/>
            <a:ext cx="109728" cy="10058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2404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Firmware program that starts the hardware and loads the OS.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4937760" y="3474720"/>
            <a:ext cx="3749040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bar"/>
          <p:cNvSpPr/>
          <p:nvPr/>
        </p:nvSpPr>
        <p:spPr>
          <a:xfrm>
            <a:off x="4937760" y="3474720"/>
            <a:ext cx="109728" cy="100584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CMOS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Tiny battery-backed memory that remembers BIOS settings and the clock.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ROM?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ROM = Read-Only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Non-volatile: data stays when power is off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Holds permanent instructions such as firmware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Written by the manufacturer; rarely changed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and reliable; stores boot code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Types of ROM</a:t>
            </a:r>
            <a:endParaRPr lang="en-US" sz="1500" dirty="0"/>
          </a:p>
        </p:txBody>
      </p:sp>
      <p:sp>
        <p:nvSpPr>
          <p:cNvPr id="5" name="type"/>
          <p:cNvSpPr/>
          <p:nvPr/>
        </p:nvSpPr>
        <p:spPr>
          <a:xfrm>
            <a:off x="4846320" y="1554480"/>
            <a:ext cx="3840480" cy="6217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4846320" y="1554480"/>
            <a:ext cx="1097280" cy="6217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544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5544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Programmed once by user</a:t>
            </a:r>
            <a:endParaRPr lang="en-US" sz="1100" dirty="0"/>
          </a:p>
        </p:txBody>
      </p:sp>
      <p:sp>
        <p:nvSpPr>
          <p:cNvPr id="9" name="type"/>
          <p:cNvSpPr/>
          <p:nvPr/>
        </p:nvSpPr>
        <p:spPr>
          <a:xfrm>
            <a:off x="4846320" y="2267712"/>
            <a:ext cx="3840480" cy="6217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4846320" y="2267712"/>
            <a:ext cx="1097280" cy="6217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2677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EPROM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26771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Erased with UV light, reprogrammed</a:t>
            </a:r>
            <a:endParaRPr lang="en-US" sz="1100" dirty="0"/>
          </a:p>
        </p:txBody>
      </p:sp>
      <p:sp>
        <p:nvSpPr>
          <p:cNvPr id="13" name="type"/>
          <p:cNvSpPr/>
          <p:nvPr/>
        </p:nvSpPr>
        <p:spPr>
          <a:xfrm>
            <a:off x="4846320" y="2980944"/>
            <a:ext cx="3840480" cy="6217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ag"/>
          <p:cNvSpPr/>
          <p:nvPr/>
        </p:nvSpPr>
        <p:spPr>
          <a:xfrm>
            <a:off x="4846320" y="2980944"/>
            <a:ext cx="1097280" cy="6217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9809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EEPROM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98094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Erased electrically, byte by byte</a:t>
            </a:r>
            <a:endParaRPr lang="en-US" sz="1100" dirty="0"/>
          </a:p>
        </p:txBody>
      </p:sp>
      <p:sp>
        <p:nvSpPr>
          <p:cNvPr id="17" name="type"/>
          <p:cNvSpPr/>
          <p:nvPr/>
        </p:nvSpPr>
        <p:spPr>
          <a:xfrm>
            <a:off x="4846320" y="3694176"/>
            <a:ext cx="3840480" cy="6217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ag"/>
          <p:cNvSpPr/>
          <p:nvPr/>
        </p:nvSpPr>
        <p:spPr>
          <a:xfrm>
            <a:off x="4846320" y="3694176"/>
            <a:ext cx="1097280" cy="6217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941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Flash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69417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Block-erasable; used for modern BIOS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CMOS?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meanings: a chip technology, and the small memory on the motherboard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form: Complementary Metal-Oxide-Semiconductor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CMOS memory stores BIOS settings: date, time, boot order, hardware options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Needs constant power: a CR2032 3V coin cell battery keeps it alive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Also runs the Real-Time Clock (RTC)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Dead battery = time resets and settings lost</a:t>
            </a:r>
            <a:endParaRPr lang="en-US" sz="1300" dirty="0"/>
          </a:p>
        </p:txBody>
      </p:sp>
      <p:sp>
        <p:nvSpPr>
          <p:cNvPr id="4" name="panel"/>
          <p:cNvSpPr/>
          <p:nvPr/>
        </p:nvSpPr>
        <p:spPr>
          <a:xfrm>
            <a:off x="5669280" y="1371600"/>
            <a:ext cx="2743200" cy="2743200"/>
          </a:xfrm>
          <a:prstGeom prst="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oin"/>
          <p:cNvSpPr/>
          <p:nvPr/>
        </p:nvSpPr>
        <p:spPr>
          <a:xfrm>
            <a:off x="6309360" y="1645920"/>
            <a:ext cx="1463040" cy="146304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coinInner"/>
          <p:cNvSpPr/>
          <p:nvPr/>
        </p:nvSpPr>
        <p:spPr>
          <a:xfrm>
            <a:off x="6492240" y="1828800"/>
            <a:ext cx="1097280" cy="109728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CR2032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Coin cell battery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Lasts about 3 to 5 years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ROM vs CMOS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ROM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CMOS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Full form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Read-Only Memory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Complementary Metal-Oxide-Semiconductor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Stores permanent firmware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Stores settings and the clock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Contents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BIOS program code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Date, time, boot order, config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Volatility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Non-volatile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Volatile, kept alive by battery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Power needed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None to keep data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CR2032 coin cell battery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Changeable?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Rarely (flash update)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Yes, via BIOS Setup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Typical size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Several MB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 few hundred bytes to KB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If it fails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PC cannot boot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Time resets, settings lost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BIOS vs CMOS: Program vs Settings</a:t>
            </a:r>
            <a:endParaRPr lang="en-US" sz="2600" dirty="0"/>
          </a:p>
        </p:txBody>
      </p:sp>
      <p:sp>
        <p:nvSpPr>
          <p:cNvPr id="3" name="biosBox"/>
          <p:cNvSpPr/>
          <p:nvPr/>
        </p:nvSpPr>
        <p:spPr>
          <a:xfrm>
            <a:off x="457200" y="1188720"/>
            <a:ext cx="3291840" cy="1920240"/>
          </a:xfrm>
          <a:prstGeom prst="rect">
            <a:avLst>
              <a:gd name="adj" fmla="val 4762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BIOS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Firmware program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Stored in flash ROM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Runs POST and boot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Updated by flashing</a:t>
            </a:r>
            <a:endParaRPr lang="en-US" sz="1200" dirty="0"/>
          </a:p>
        </p:txBody>
      </p:sp>
      <p:sp>
        <p:nvSpPr>
          <p:cNvPr id="6" name="cmosBox"/>
          <p:cNvSpPr/>
          <p:nvPr/>
        </p:nvSpPr>
        <p:spPr>
          <a:xfrm>
            <a:off x="5394960" y="1188720"/>
            <a:ext cx="3291840" cy="1920240"/>
          </a:xfrm>
          <a:prstGeom prst="rect">
            <a:avLst>
              <a:gd name="adj" fmla="val 4762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CMOS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 settings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Battery-backed 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Holds boot order,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Changed in BIOS Setup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3886200" y="1828800"/>
            <a:ext cx="1371600" cy="365760"/>
          </a:xfrm>
          <a:prstGeom prst="left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reads / writes</a:t>
            </a:r>
            <a:endParaRPr lang="en-US" sz="1100" dirty="0"/>
          </a:p>
        </p:txBody>
      </p:sp>
      <p:sp>
        <p:nvSpPr>
          <p:cNvPr id="11" name="analogy"/>
          <p:cNvSpPr/>
          <p:nvPr/>
        </p:nvSpPr>
        <p:spPr>
          <a:xfrm>
            <a:off x="457200" y="3383280"/>
            <a:ext cx="8229600" cy="914400"/>
          </a:xfrm>
          <a:prstGeom prst="rect">
            <a:avLst>
              <a:gd name="adj" fmla="val 8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Analogy: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BIOS is the instruction manual built into the PC. CMOS is the sticky note of your personal preferences that the manual reads every startup.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BIOS?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BIOS = Basic Input/Output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Firmware stored on a chip on the motherboard (flash ROM)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first code the CPU runs when power is switched 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Acts as a bridge between hardware and the operating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Introduced by IBM PCs in 1981; now mostly replaced by UEFI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Provides the BIOS Setup utility to change settings</a:t>
            </a:r>
            <a:endParaRPr lang="en-US" sz="1400" dirty="0"/>
          </a:p>
        </p:txBody>
      </p:sp>
      <p:sp>
        <p:nvSpPr>
          <p:cNvPr id="4" name="os"/>
          <p:cNvSpPr/>
          <p:nvPr/>
        </p:nvSpPr>
        <p:spPr>
          <a:xfrm>
            <a:off x="5669280" y="1280160"/>
            <a:ext cx="3017520" cy="731520"/>
          </a:xfrm>
          <a:prstGeom prst="rect">
            <a:avLst>
              <a:gd name="adj" fmla="val 1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280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Operating System</a:t>
            </a:r>
            <a:endParaRPr lang="en-US" sz="1400" dirty="0"/>
          </a:p>
        </p:txBody>
      </p:sp>
      <p:sp>
        <p:nvSpPr>
          <p:cNvPr id="6" name="biosL"/>
          <p:cNvSpPr/>
          <p:nvPr/>
        </p:nvSpPr>
        <p:spPr>
          <a:xfrm>
            <a:off x="5669280" y="2194560"/>
            <a:ext cx="3017520" cy="731520"/>
          </a:xfrm>
          <a:prstGeom prst="rect">
            <a:avLst>
              <a:gd name="adj" fmla="val 1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BIOS (firmware)</a:t>
            </a:r>
            <a:endParaRPr lang="en-US" sz="1400" dirty="0"/>
          </a:p>
        </p:txBody>
      </p:sp>
      <p:sp>
        <p:nvSpPr>
          <p:cNvPr id="8" name="hw"/>
          <p:cNvSpPr/>
          <p:nvPr/>
        </p:nvSpPr>
        <p:spPr>
          <a:xfrm>
            <a:off x="5669280" y="3108960"/>
            <a:ext cx="3017520" cy="731520"/>
          </a:xfrm>
          <a:prstGeom prst="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Hardware: CPU, RAM, disks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Layers of a PC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Four Main Functions of BIOS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num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Power-On Self Test checks CPU, RAM, keyboard and video before booting.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num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Bootstrap loader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Finds a bootable drive and loads the boot sector to start the OS.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num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BIOS drivers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Basic low-level routines to talk to keyboard, disks and display.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num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BIOS Setup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57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Menu to change boot order, date, time and hardware options.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Boot Process: Step by Step</a:t>
            </a:r>
            <a:endParaRPr lang="en-US" sz="2600" dirty="0"/>
          </a:p>
        </p:txBody>
      </p:sp>
      <p:sp>
        <p:nvSpPr>
          <p:cNvPr id="3" name="stage"/>
          <p:cNvSpPr/>
          <p:nvPr/>
        </p:nvSpPr>
        <p:spPr>
          <a:xfrm>
            <a:off x="457200" y="128016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ageHead"/>
          <p:cNvSpPr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Power 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PSU powers the board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2313432" y="169164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stage"/>
          <p:cNvSpPr/>
          <p:nvPr/>
        </p:nvSpPr>
        <p:spPr>
          <a:xfrm>
            <a:off x="2587752" y="128016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ageHead"/>
          <p:cNvSpPr/>
          <p:nvPr/>
        </p:nvSpPr>
        <p:spPr>
          <a:xfrm>
            <a:off x="2587752" y="128016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Reset vector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CPU jumps to BIOS code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4443984" y="169164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stage"/>
          <p:cNvSpPr/>
          <p:nvPr/>
        </p:nvSpPr>
        <p:spPr>
          <a:xfrm>
            <a:off x="4718304" y="128016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ageHead"/>
          <p:cNvSpPr/>
          <p:nvPr/>
        </p:nvSpPr>
        <p:spPr>
          <a:xfrm>
            <a:off x="4718304" y="128016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POST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Tests CPU, RAM, GPU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6574536" y="169164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stage"/>
          <p:cNvSpPr/>
          <p:nvPr/>
        </p:nvSpPr>
        <p:spPr>
          <a:xfrm>
            <a:off x="6848856" y="128016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ageHead"/>
          <p:cNvSpPr/>
          <p:nvPr/>
        </p:nvSpPr>
        <p:spPr>
          <a:xfrm>
            <a:off x="6848856" y="128016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0296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 Init hardware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0296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Sets up devices</a:t>
            </a:r>
            <a:endParaRPr lang="en-US" sz="1100" dirty="0"/>
          </a:p>
        </p:txBody>
      </p:sp>
      <p:sp>
        <p:nvSpPr>
          <p:cNvPr id="22" name="stage"/>
          <p:cNvSpPr/>
          <p:nvPr/>
        </p:nvSpPr>
        <p:spPr>
          <a:xfrm>
            <a:off x="457200" y="283464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3" name="stageHead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 Read CMOS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Loads saved settings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2313432" y="324612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stage"/>
          <p:cNvSpPr/>
          <p:nvPr/>
        </p:nvSpPr>
        <p:spPr>
          <a:xfrm>
            <a:off x="2587752" y="283464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tageHead"/>
          <p:cNvSpPr/>
          <p:nvPr/>
        </p:nvSpPr>
        <p:spPr>
          <a:xfrm>
            <a:off x="2587752" y="283464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79192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6. Find boot device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79192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Checks boot order</a:t>
            </a:r>
            <a:endParaRPr lang="en-US" sz="1100" dirty="0"/>
          </a:p>
        </p:txBody>
      </p:sp>
      <p:sp>
        <p:nvSpPr>
          <p:cNvPr id="31" name="arrow"/>
          <p:cNvSpPr/>
          <p:nvPr/>
        </p:nvSpPr>
        <p:spPr>
          <a:xfrm>
            <a:off x="4443984" y="324612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stage"/>
          <p:cNvSpPr/>
          <p:nvPr/>
        </p:nvSpPr>
        <p:spPr>
          <a:xfrm>
            <a:off x="4718304" y="283464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tageHead"/>
          <p:cNvSpPr/>
          <p:nvPr/>
        </p:nvSpPr>
        <p:spPr>
          <a:xfrm>
            <a:off x="4718304" y="283464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9744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 Boot loader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09744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Loads from drive</a:t>
            </a:r>
            <a:endParaRPr lang="en-US" sz="1100" dirty="0"/>
          </a:p>
        </p:txBody>
      </p:sp>
      <p:sp>
        <p:nvSpPr>
          <p:cNvPr id="36" name="arrow"/>
          <p:cNvSpPr/>
          <p:nvPr/>
        </p:nvSpPr>
        <p:spPr>
          <a:xfrm>
            <a:off x="6574536" y="3246120"/>
            <a:ext cx="246888" cy="274320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stage"/>
          <p:cNvSpPr/>
          <p:nvPr/>
        </p:nvSpPr>
        <p:spPr>
          <a:xfrm>
            <a:off x="6848856" y="2834640"/>
            <a:ext cx="1828800" cy="1097280"/>
          </a:xfrm>
          <a:prstGeom prst="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stageHead"/>
          <p:cNvSpPr/>
          <p:nvPr/>
        </p:nvSpPr>
        <p:spPr>
          <a:xfrm>
            <a:off x="6848856" y="2834640"/>
            <a:ext cx="1828800" cy="36576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40296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8. OS starts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940296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Windows / Linux loads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CMOS is read at step 5, so wrong settings or a dead battery can change how the PC starts.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Legacy BIOS vs UEFI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Legacy BIOS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UEFI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Era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1980s to about 2010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Modern PCs (2010+)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Interface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Text menus, keyboard only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Graphical, mouse support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Disk support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MBR, up to 2 TB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GPT, over 2 TB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Boot speed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Slower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Faster, Fast Boot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None built in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Secure Boot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16-bit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32-bit / 64-bit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Storage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Small flash ROM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Larger flash (16 MB+)</a:t>
                      </a:r>
                      <a:endParaRPr lang="en-US" sz="11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Using BIOS Setup &amp; Resetting CMOS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Enter BIOS Setup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Restart and press Del, F2, F10, F12 or Esc at the logo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Key varies by maker (see the manual)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Common settings: boot order, date/time, XMP/RAM speed, virtualization, Secure Boot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Reset (Clear) CMOS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5087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Shut down and unplug the power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Remove the CR2032 battery for 1 to 5 minutes (or use the CLR_CMOS jumper)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Reinsert the battery or restore the jumper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Power on and set the date/time again</a:t>
            </a:r>
            <a:endParaRPr lang="en-US" sz="1200" dirty="0"/>
          </a:p>
        </p:txBody>
      </p:sp>
      <p:sp>
        <p:nvSpPr>
          <p:cNvPr id="7" name="warn"/>
          <p:cNvSpPr/>
          <p:nvPr/>
        </p:nvSpPr>
        <p:spPr>
          <a:xfrm>
            <a:off x="457200" y="3749040"/>
            <a:ext cx="8229600" cy="640080"/>
          </a:xfrm>
          <a:prstGeom prst="rect">
            <a:avLst>
              <a:gd name="adj" fmla="val 1142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CAUTION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Never turn the PC off while updating (flashing) the BIOS. A failed flash can make the board unbootable.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457200" y="1188720"/>
            <a:ext cx="1371600" cy="685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1887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Permanent memory that stores firmware.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ag"/>
          <p:cNvSpPr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116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firmware program that tests hardware and boots the OS.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ag"/>
          <p:cNvSpPr/>
          <p:nvPr/>
        </p:nvSpPr>
        <p:spPr>
          <a:xfrm>
            <a:off x="457200" y="2834640"/>
            <a:ext cx="1371600" cy="685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CMOS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8346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Battery-backed memory for settings and the clock.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ag"/>
          <p:cNvSpPr/>
          <p:nvPr/>
        </p:nvSpPr>
        <p:spPr>
          <a:xfrm>
            <a:off x="457200" y="3657600"/>
            <a:ext cx="1371600" cy="6858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UEFI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6576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modern replacement for legacy BIOS.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sDeck">
  <a:themeElements>
    <a:clrScheme name="BiosDeck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891B2"/>
      </a:accent1>
      <a:accent2>
        <a:srgbClr val="F59E0B"/>
      </a:accent2>
      <a:accent3>
        <a:srgbClr val="16A34A"/>
      </a:accent3>
      <a:accent4>
        <a:srgbClr val="DC2626"/>
      </a:accent4>
      <a:accent5>
        <a:srgbClr val="7C3AED"/>
      </a:accent5>
      <a:accent6>
        <a:srgbClr val="64748B"/>
      </a:accent6>
      <a:hlink>
        <a:srgbClr val="0891B2"/>
      </a:hlink>
      <a:folHlink>
        <a:srgbClr val="7C3AED"/>
      </a:folHlink>
    </a:clrScheme>
    <a:fontScheme name="BiosD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2026-10-22T16:36:54Z</dcterms:created>
  <dcterms:modified xsi:type="dcterms:W3CDTF">2026-10-22T16:36:54Z</dcterms:modified>
</cp:coreProperties>
</file>